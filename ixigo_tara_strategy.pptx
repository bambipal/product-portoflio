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822960"/>
            <a:ext cx="4389120" cy="43891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651760"/>
            <a:ext cx="2743200" cy="2743200"/>
          </a:xfrm>
          <a:prstGeom prst="ellipse">
            <a:avLst/>
          </a:prstGeom>
          <a:solidFill>
            <a:srgbClr val="2B2B5A"/>
          </a:solidFill>
          <a:ln w="12700">
            <a:solidFill>
              <a:srgbClr val="2B2B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ixigo x Tara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the best friend of the internet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audit, gaps and our AI agent plan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ixigo stands on Instagram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E5D5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compared ixigo's Instagram with MakeMyTrip, Goibibo and other travel brands. ixigo has a great feed and strong reach, even next to bigger competitors. But a few things are holding it back.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76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875">
            <a:solidFill>
              <a:srgbClr val="F26B2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578608"/>
            <a:ext cx="347472" cy="347472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999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don't look like one brand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19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style changes from post to post.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24688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875">
            <a:solidFill>
              <a:srgbClr val="F26B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0048" y="2578608"/>
            <a:ext cx="347472" cy="347472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7004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70048" y="2999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Highlights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70048" y="3419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visitors get no quick tour of ixigo.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08576" y="24688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875">
            <a:solidFill>
              <a:srgbClr val="F26B2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2578608"/>
            <a:ext cx="347472" cy="347472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45736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45736" y="2999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shareable posts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45736" y="3419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"send this to your friend" content.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84264" y="24688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875">
            <a:solidFill>
              <a:srgbClr val="F26B2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1424" y="2578608"/>
            <a:ext cx="347472" cy="347472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21424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21424" y="2999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one-way talk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21424" y="3419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reply, but rarely start the conversation.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041648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2E9E6B"/>
          </a:solidFill>
          <a:ln w="15875">
            <a:solidFill>
              <a:srgbClr val="2E9E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viewer, I really enjoyed scrolling through ixigo's funny AI content. It was fresh, it made me stay, and it's a great base to build 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ONE-WAY TALK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Tara: ixigo's face across all socials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reply to comments and DMs on our own posts. Then we wait for people to come to 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1783080"/>
            <a:ext cx="914400" cy="411480"/>
          </a:xfrm>
          <a:prstGeom prst="rightArrow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11887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B1B3A"/>
          </a:solidFill>
          <a:ln w="15875">
            <a:solidFill>
              <a:srgbClr val="1B1B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TARA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554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Tara, our AI agent, goes out and talks to the internet as ixigo's friend. Instagram, X, YouTube and beyond.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TARA DOES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5875">
            <a:solidFill>
              <a:srgbClr val="F26B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the conversation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758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any post that fits ixigo: travel, trains, memes, creators, fans.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32461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5875">
            <a:solidFill>
              <a:srgbClr val="1B7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47288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the same everywhere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36758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friendly, funny voice on every platform.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32461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5875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4496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our archetype slowly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36758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chat adds to who ixigo is, so people start to know Tara and ixigo as friends.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design: Tara is clearly shown as AI and sensitive topics get human review.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FIRST IMPRESSION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ixigo is the best friend next door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2B2B5A"/>
          </a:solidFill>
          <a:ln w="15875">
            <a:solidFill>
              <a:srgbClr val="2B2B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recommend 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first met ixigo, it felt easy and helpful, not stiff or corporate. 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next door is someone you trust, who knows the shortcuts, and who can make you laugh while helping. That is exactly what travel needs.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fits the funny AI content people already enjoy.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6642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like us, not at 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18872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6642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real trip problem 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3774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24871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8529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never mean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23774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24871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8529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no fake hype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611880"/>
            <a:ext cx="4114800" cy="1143000"/>
          </a:xfrm>
          <a:prstGeom prst="roundRect">
            <a:avLst>
              <a:gd name="adj" fmla="val 9600"/>
            </a:avLst>
          </a:prstGeom>
          <a:solidFill>
            <a:srgbClr val="F26B21"/>
          </a:solidFill>
          <a:ln w="15875">
            <a:solidFill>
              <a:srgbClr val="F26B2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 is this friend, online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0416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Replies, jokes and tips that sound like a buddy who has been there, on every social platform.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2026-10-09T13:45:38Z</dcterms:created>
  <dcterms:modified xsi:type="dcterms:W3CDTF">2026-10-09T13:45:38Z</dcterms:modified>
</cp:coreProperties>
</file>